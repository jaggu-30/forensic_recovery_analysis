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28faef3834d90" /><Relationship Type="http://schemas.openxmlformats.org/officeDocument/2006/relationships/extended-properties" Target="/docProps/app.xml" Id="R824f9d66bd674e3e" /><Relationship Type="http://schemas.openxmlformats.org/officeDocument/2006/relationships/officeDocument" Target="/ppt/presentation.xml" Id="R4bd420cd459647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8bd021e704ebc"/>
  </p:sldMasterIdLst>
  <p:notesMasterIdLst>
    <p:notesMasterId xmlns:r="http://schemas.openxmlformats.org/officeDocument/2006/relationships" r:id="Recfa1a7d91874d99"/>
  </p:notesMasterIdLst>
  <p:sldIdLst>
    <p:sldId xmlns:r="http://schemas.openxmlformats.org/officeDocument/2006/relationships" id="256" r:id="R3a65c9d7b801454d"/>
    <p:sldId xmlns:r="http://schemas.openxmlformats.org/officeDocument/2006/relationships" id="257" r:id="R52b9ba6b549746c8"/>
    <p:sldId xmlns:r="http://schemas.openxmlformats.org/officeDocument/2006/relationships" id="258" r:id="R4771f6459dc74774"/>
    <p:sldId xmlns:r="http://schemas.openxmlformats.org/officeDocument/2006/relationships" id="259" r:id="R4a07cf8fbcd443cd"/>
    <p:sldId xmlns:r="http://schemas.openxmlformats.org/officeDocument/2006/relationships" id="260" r:id="Rda2b5c37d85c4b7f"/>
    <p:sldId xmlns:r="http://schemas.openxmlformats.org/officeDocument/2006/relationships" id="261" r:id="Rcb1d28603317433a"/>
    <p:sldId xmlns:r="http://schemas.openxmlformats.org/officeDocument/2006/relationships" id="262" r:id="R8f296c84cac34cbc"/>
    <p:sldId xmlns:r="http://schemas.openxmlformats.org/officeDocument/2006/relationships" id="263" r:id="Rc439339cb19f47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0e1a969d94858" /><Relationship Type="http://schemas.openxmlformats.org/officeDocument/2006/relationships/slideMaster" Target="/ppt/slideMasters/slideMaster1.xml" Id="Rc7c8bd021e704ebc" /><Relationship Type="http://schemas.openxmlformats.org/officeDocument/2006/relationships/notesMaster" Target="/ppt/notesMasters/notesMaster1.xml" Id="Recfa1a7d91874d99" /><Relationship Type="http://schemas.openxmlformats.org/officeDocument/2006/relationships/presProps" Target="/ppt/presProps.xml" Id="Rd5b07ab6e5a84c7d" /><Relationship Type="http://schemas.openxmlformats.org/officeDocument/2006/relationships/tableStyles" Target="/ppt/tableStyles.xml" Id="R7f703b83efca44fe" /><Relationship Type="http://schemas.openxmlformats.org/officeDocument/2006/relationships/slide" Target="/ppt/slides/slide1.xml" Id="R3a65c9d7b801454d" /><Relationship Type="http://schemas.openxmlformats.org/officeDocument/2006/relationships/slide" Target="/ppt/slides/slide2.xml" Id="R52b9ba6b549746c8" /><Relationship Type="http://schemas.openxmlformats.org/officeDocument/2006/relationships/slide" Target="/ppt/slides/slide3.xml" Id="R4771f6459dc74774" /><Relationship Type="http://schemas.openxmlformats.org/officeDocument/2006/relationships/slide" Target="/ppt/slides/slide4.xml" Id="R4a07cf8fbcd443cd" /><Relationship Type="http://schemas.openxmlformats.org/officeDocument/2006/relationships/slide" Target="/ppt/slides/slide5.xml" Id="Rda2b5c37d85c4b7f" /><Relationship Type="http://schemas.openxmlformats.org/officeDocument/2006/relationships/slide" Target="/ppt/slides/slide6.xml" Id="Rcb1d28603317433a" /><Relationship Type="http://schemas.openxmlformats.org/officeDocument/2006/relationships/slide" Target="/ppt/slides/slide7.xml" Id="R8f296c84cac34cbc" /><Relationship Type="http://schemas.openxmlformats.org/officeDocument/2006/relationships/slide" Target="/ppt/slides/slide8.xml" Id="Rc439339cb19f47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0fda16204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d121bbdef64dc9" /><Relationship Type="http://schemas.openxmlformats.org/officeDocument/2006/relationships/notesMaster" Target="/ppt/notesMasters/notesMaster1.xml" Id="Rd54a7b8055f4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ad1bc9ca484429" /><Relationship Type="http://schemas.openxmlformats.org/officeDocument/2006/relationships/notesMaster" Target="/ppt/notesMasters/notesMaster1.xml" Id="R16f79689965e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879a783004dae" /><Relationship Type="http://schemas.openxmlformats.org/officeDocument/2006/relationships/notesMaster" Target="/ppt/notesMasters/notesMaster1.xml" Id="R63a230a6cb724a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79f678f4694041" /><Relationship Type="http://schemas.openxmlformats.org/officeDocument/2006/relationships/notesMaster" Target="/ppt/notesMasters/notesMaster1.xml" Id="Rb9c46cdae0214d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131bd764cc4e3c" /><Relationship Type="http://schemas.openxmlformats.org/officeDocument/2006/relationships/notesMaster" Target="/ppt/notesMasters/notesMaster1.xml" Id="R134d68c7181147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947bb30485424d" /><Relationship Type="http://schemas.openxmlformats.org/officeDocument/2006/relationships/notesMaster" Target="/ppt/notesMasters/notesMaster1.xml" Id="R647a325dcdce48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f4bb64900a4af2" /><Relationship Type="http://schemas.openxmlformats.org/officeDocument/2006/relationships/notesMaster" Target="/ppt/notesMasters/notesMaster1.xml" Id="R66ecd074eecd43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f07c9ed2cf42a4" /><Relationship Type="http://schemas.openxmlformats.org/officeDocument/2006/relationships/notesMaster" Target="/ppt/notesMasters/notesMaster1.xml" Id="R2d053cdc9417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with OpenAI ImageGen for this presentation. All technical facts come from the local RECOVERAI benchmark metadata and source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comes from the official CALMSTACKS problem statement supplied with this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labels reflect the implemented FastAPI analysis and reconstruction endpoints in the local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Weights: physical offset continuity 40%, type compatibility 25%, entropy similarity 20%, classification compatibility 15%. Source: backend/app/ai/relationship_engine.py.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facts: data/benchmark/damaged/damage_metadata.json. The app explicitly labels this source GROUND_TRUTH and does not present it as independent forensic 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states derive from the supplied project requirements. The download route in backend/app/api/reconstruction.py returns HTTP 409 when no verified output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names and behavior are from the React application in frontend/src/pages. This slide summarizes the implemented evidence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steps are documented in docs/demo-runbook.md. Facts are local project facts, not external research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381cd9096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dee16e9246465d" /><Relationship Type="http://schemas.openxmlformats.org/officeDocument/2006/relationships/slideLayout" Target="/ppt/slideLayouts/slideLayout1.xml" Id="R138a6bd2228740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a6bd2228740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8a4bf530843f5" /><Relationship Type="http://schemas.openxmlformats.org/officeDocument/2006/relationships/image" Target="/ppt/media/image.png" Id="R9d8e2bd248c248d2" /><Relationship Type="http://schemas.openxmlformats.org/officeDocument/2006/relationships/notesSlide" Target="/ppt/notesSlides/notesSlide1.xml" Id="Rcef3633c9239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b7d4db5404097" /><Relationship Type="http://schemas.openxmlformats.org/officeDocument/2006/relationships/notesSlide" Target="/ppt/notesSlides/notesSlide2.xml" Id="Rc9dab63ed48443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10f75b8d747fc" /><Relationship Type="http://schemas.openxmlformats.org/officeDocument/2006/relationships/notesSlide" Target="/ppt/notesSlides/notesSlide3.xml" Id="R73ccbe78bff143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0c8f21ae144ee" /><Relationship Type="http://schemas.openxmlformats.org/officeDocument/2006/relationships/notesSlide" Target="/ppt/notesSlides/notesSlide4.xml" Id="R9c6f4f7a7f5744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5b5fa3dd248cb" /><Relationship Type="http://schemas.openxmlformats.org/officeDocument/2006/relationships/notesSlide" Target="/ppt/notesSlides/notesSlide5.xml" Id="Rdeae94869fee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1742d088341c7" /><Relationship Type="http://schemas.openxmlformats.org/officeDocument/2006/relationships/notesSlide" Target="/ppt/notesSlides/notesSlide6.xml" Id="R734a9e94409941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851da56db499a" /><Relationship Type="http://schemas.openxmlformats.org/officeDocument/2006/relationships/notesSlide" Target="/ppt/notesSlides/notesSlide7.xml" Id="Rdbeba8ab3b6443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db33ce0de49bf" /><Relationship Type="http://schemas.openxmlformats.org/officeDocument/2006/relationships/notesSlide" Target="/ppt/notesSlides/notesSlide8.xml" Id="R9023eeeb079644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e2bd248c248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D8F94-43B6-4B9F-8671-C467CCCD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11D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72187-626A-4EBB-A603-F22CE900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7BBCC-0114-4A18-85CD-88F4163A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05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RECOVERAI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11F1E-E661-4012-B43F-0E6F2886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AI-Assisted Intelligent Data Recovery</a:t>
            </a:r>
          </a:p>
          <a:p xmlns:a="http://schemas.openxmlformats.org/drawingml/2006/main">
            <a:pPr>
              <a:defRPr sz="2100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and Digital Evidence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0676F-E8B6-4340-B222-0C1FD0E3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ED4E1"/>
                </a:solidFill>
                <a:latin typeface="Arial"/>
                <a:ea typeface="Arial"/>
                <a:cs typeface="Arial"/>
              </a:rPr>
              <a:t>Cybersecurity &amp; AI track  |  CALMSTACKS 24H Hackathon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90F09-FB53-40FE-9A44-7BA3C6C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7FBFD"/>
                </a:solidFill>
                <a:latin typeface="Arial"/>
                <a:ea typeface="Arial"/>
                <a:cs typeface="Arial"/>
              </a:rPr>
              <a:t>A forensic recovery prototype that makes its evidence limits visible.</a:t>
            </a:r>
          </a:p>
        </p:txBody>
      </p:sp>
    </p:spTree>
    <p:extLst>
      <p:ext uri="{BB962C8B-B14F-4D97-AF65-F5344CB8AC3E}">
        <p14:creationId xmlns:p14="http://schemas.microsoft.com/office/powerpoint/2010/main" val="1757688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477AA-8224-4438-BEAB-546A746B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Recovery evidence needs a trust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B72AD-9AAB-47A4-9B33-892964F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Deleted or damaged bytes are not automatically recoverable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F1B67-6E39-4315-9953-9170A23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43BA0-AF9C-4C13-9CAB-2C73A354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74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7FBFD"/>
                </a:solidFill>
                <a:latin typeface="Arial"/>
                <a:ea typeface="Arial"/>
                <a:cs typeface="Arial"/>
              </a:rPr>
              <a:t>Traditional recovery tools often stop at file retrieval. Investigators still need to know whether fragments belong together, what is missing, and whether an output can be trusted.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2A1F2-74BD-4E8C-A148-8F880A81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954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45F3D-B90F-4087-B5EF-D6E7E75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377ED-683E-40F9-9025-D0B6C6D9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4C24A-4787-460E-B2B2-B39C5D6A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24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ED4E1"/>
                </a:solidFill>
                <a:latin typeface="Arial"/>
                <a:ea typeface="Arial"/>
                <a:cs typeface="Arial"/>
              </a:rPr>
              <a:t>Signatures, structure, entropy and block-level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9A07C-49D4-403E-AE90-2F802529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57433-24ED-4CD8-AAB5-50A84FA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Relate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3CDA0-EB7C-4C2C-8EB2-CD75D01C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ED4E1"/>
                </a:solidFill>
                <a:latin typeface="Arial"/>
                <a:ea typeface="Arial"/>
                <a:cs typeface="Arial"/>
              </a:rPr>
              <a:t>Neighbor offsets, compatible file type and fragment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FB1F-17D4-424F-BC7E-E36C632D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1C2DE-7851-4849-8803-5671911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B7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74A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B1201-FCC4-4EEB-8CD2-FD53FB6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48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ED4E1"/>
                </a:solidFill>
                <a:latin typeface="Arial"/>
                <a:ea typeface="Arial"/>
                <a:cs typeface="Arial"/>
              </a:rPr>
              <a:t>Verified recovery only when independent bytes support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C8EFD-C96F-41F5-A5F4-66152F5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Core rule: missing bytes remain missing until a trusted source verifies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35FEA-D0E5-460C-8E41-3F0B198A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02</a:t>
            </a:r>
          </a:p>
        </p:txBody>
      </p:sp>
    </p:spTree>
    <p:extLst>
      <p:ext uri="{BB962C8B-B14F-4D97-AF65-F5344CB8AC3E}">
        <p14:creationId xmlns:p14="http://schemas.microsoft.com/office/powerpoint/2010/main" val="969405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38D059-F868-450C-B9A1-FACB69EA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Evidence analysis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FE22E-FDF8-4265-A3BD-8C92018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Each stage stores concrete facts that investigators can inspect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56C8C-BD57-45D7-8C91-DC518BFB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06946-450A-40B4-9012-9F24373B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28750" cy="1695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0E858-92A2-4F21-8DB3-250DF54C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1FE06-D08C-4C9B-A987-42C3A15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5CCC2-119D-4880-A1D2-07D5FBCF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SHA-256</a:t>
            </a:r>
          </a:p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0B531-148E-4FA2-B767-DB84CC02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242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CE0AE-7270-40DA-9FCA-2B2047E7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1428750" cy="1695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19FD7-9447-4DAE-A3F9-9AAFE70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E6F14-266C-4F24-A971-79B0613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4116A-D870-40A0-BE27-11F302A3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signatures</a:t>
            </a:r>
          </a:p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C6E9E-3269-4334-B1D5-3A0817EA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242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DA660-0479-41CB-95E8-9161283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428750" cy="1695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030F5-F8DE-43CF-BE97-31DF1B5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58FB2-592A-4A49-A561-3F5F1336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Fragments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3BCC7-FC6F-48AA-B303-1ACDCCB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4 KiB blocks</a:t>
            </a:r>
          </a:p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0A1F0-7C3F-40D0-B8F6-29D5673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242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F4F53-EAAA-4F55-A2DF-5BF1E1EA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428750" cy="1695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ADD54-4DF9-41EF-B344-A716A1AB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8D989-978E-4840-9F9F-E036ECA3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Relations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1F17E-FA72-462E-803F-4F3734A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offsets</a:t>
            </a:r>
          </a:p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compatibility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70E09-2C5C-46C7-A0C6-6B3A1AE2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242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AD8D1-72D2-475B-B1CE-35B20248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428750" cy="1695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EF0A1-BFE4-4230-A47A-210AAC65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46AC2-CB24-4E12-8BE6-7CA08430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42E29-5E43-46F5-BF71-0E41AA58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damage</a:t>
            </a:r>
          </a:p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D3EA3-CE29-46C0-97E1-AA139F85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242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319AD6-7E99-4E25-90B0-110BE8C6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428750" cy="1695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15737-EE00-46F1-9664-C3FF39A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9BD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BDE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D0681-4F78-461D-BED7-4E9C831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275AD8-6BCB-47B9-819C-A06C1E1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48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verified</a:t>
            </a:r>
          </a:p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artifact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D20CC-3E01-4E9E-A959-F930FA0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006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The client renders backend results. No dashboard metric substitutes a backend analysis record.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867CF-CC0D-4A01-9739-0EE54CCA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03</a:t>
            </a:r>
          </a:p>
        </p:txBody>
      </p:sp>
    </p:spTree>
    <p:extLst>
      <p:ext uri="{BB962C8B-B14F-4D97-AF65-F5344CB8AC3E}">
        <p14:creationId xmlns:p14="http://schemas.microsoft.com/office/powerpoint/2010/main" val="451237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8C4B2-CE88-44CB-B5FA-B2836E42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Explainable fragment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87F19-51B4-414C-B8C1-FC68B431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Observed features produce evidence-compatible classifications and graph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273C5-4AC2-429F-9963-739977E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0C644-B19C-4500-8F82-4C53E8AE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857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6D5D8-B4A8-499A-A0FD-30E9C936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02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Observed block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BEA9B-3C44-4F69-BF1A-B35E9E5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6275B-FCD6-4474-BD14-BA91023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Validated signature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F87B-3BB9-40CF-833C-899310A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3510C-A1A1-4702-A18C-1058592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908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Shannon entropy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D91D6-9821-4D42-BAEE-4FF37DA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420DE-806F-4F01-8152-6EA5556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Byte composition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ADB1F-E94B-47B4-A11E-3A8AFB8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ABF49-79AE-4882-8C1F-C4C197DD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43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Structural markers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886CC-E25A-471F-AD31-E7E71D1F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952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B3B"/>
          </a:solidFill>
          <a:ln xmlns:a="http://schemas.openxmlformats.org/drawingml/2006/main" w="9525">
            <a:solidFill>
              <a:srgbClr val="39B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A826D-B187-4E19-8679-86E54BA4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Feature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996C3-B7CC-4C38-A79A-EE67DD3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7FBFD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defRPr sz="1575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7FBFD"/>
                </a:solidFill>
                <a:latin typeface="Arial"/>
                <a:ea typeface="Arial"/>
                <a:cs typeface="Arial"/>
              </a:rPr>
              <a:t>confidence score</a:t>
            </a:r>
          </a:p>
          <a:p xmlns:a="http://schemas.openxmlformats.org/drawingml/2006/main">
            <a:pPr>
              <a:defRPr sz="1575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7FBFD"/>
                </a:solidFill>
                <a:latin typeface="Arial"/>
                <a:ea typeface="Arial"/>
                <a:cs typeface="Arial"/>
              </a:rPr>
              <a:t>fragment hash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167C2-ABAB-4B12-88C2-64CF41B3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762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9F025-A181-4DED-8B9D-D5E5E71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431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8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Relationship candidate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B5579-4D8A-405F-8C2E-BAD3497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F61DC-F603-4F6C-AE61-811E7C9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Offset continuity  40%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68BA7-F374-4136-BE38-AEA60BC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2B2CD-DCDB-4DA4-B241-5FAA6DC1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Type match  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5698F-7BA5-4515-812A-BE12FDA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F7A5F-143B-442D-BF09-B63EEA0F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Entropy match  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E4A06-4E1D-4713-8EC1-E858C182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4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A03E7-12D9-42D9-A025-0D60194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Class match  15%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5147B-74F7-4BA9-AFF5-EBA74CD1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956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B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AEA18-BF97-4E02-84AC-D9F76AC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956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B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93D375-6184-4922-B79C-E141EA8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387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B7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B74A"/>
                </a:solidFill>
                <a:latin typeface="Arial"/>
                <a:ea typeface="Arial"/>
                <a:cs typeface="Arial"/>
              </a:rPr>
              <a:t>Scores describe compatibility. They never prove original file membership.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E55E03-4FBC-4217-A0FA-039D3261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04</a:t>
            </a:r>
          </a:p>
        </p:txBody>
      </p:sp>
    </p:spTree>
    <p:extLst>
      <p:ext uri="{BB962C8B-B14F-4D97-AF65-F5344CB8AC3E}">
        <p14:creationId xmlns:p14="http://schemas.microsoft.com/office/powerpoint/2010/main" val="1622408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DB201-4CAB-48C4-8845-9169E22E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Controlled benchmark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6D311-CE5D-4523-A9A1-EAD8C88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A 4,096-byte removal creates a known test condition for byte-level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2710A-B624-4FD3-B60B-9C2A712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30038-F482-4800-8A8D-24C89A36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2133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39B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15E46-9691-46DD-92D3-B7C4B3B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BC8D9-27C0-4A62-8621-3414E4C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Original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1AA33-9429-404C-9927-E587BF39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192,071 bytes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7A913-AE2F-407F-A792-D8C51268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19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4BE26-3F82-4FBE-88DD-C7B03AC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133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ED6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6E694-05AB-473B-A19B-0BC5574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72A10-903F-4B72-94C0-DA0F2A47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6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Controlled damage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476FD-DEDC-4E22-9823-32C29809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0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4,096 bytes removed</a:t>
            </a:r>
          </a:p>
          <a:p xmlns:a="http://schemas.openxmlformats.org/drawingml/2006/main">
            <a:pPr>
              <a:defRPr sz="1350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offsets 90,000–94,095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D9B0C-BC23-4A32-A99E-73B4D6E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19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9A5F5-A28D-4234-AB4E-D56532A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2133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F2B7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4C7D2-6175-4702-A3CE-55CB0291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60951-D774-49C2-AEC3-E581FD7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9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Damaged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C7A86-B8CF-40AC-A6C1-F5B67079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14675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187,975 bytes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D2F4A-834E-4011-867B-138546AB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19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205E3-EF7F-4518-A922-2B4BA41A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133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55D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E49A1-1AF5-41CE-B948-9A1DE706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F663D-5C2A-4282-A51E-E0259D8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29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Recovered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D41A6-C43C-4CAE-A930-26C826F5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14675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192,071 bytes</a:t>
            </a:r>
          </a:p>
          <a:p xmlns:a="http://schemas.openxmlformats.org/drawingml/2006/main">
            <a:pPr>
              <a:defRPr sz="1350" b="1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D4E1"/>
                </a:solidFill>
                <a:latin typeface="Arial"/>
                <a:ea typeface="Arial"/>
                <a:cs typeface="Arial"/>
              </a:rPr>
              <a:t>SHA-256 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0BB07-1CC3-415D-9A00-B6C8B849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033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AEEAFF"/>
                </a:solidFill>
                <a:latin typeface="Arial"/>
                <a:ea typeface="Arial"/>
                <a:cs typeface="Arial"/>
              </a:rPr>
              <a:t>Ground truth notice: RECOVERAI recognizes this test only by exact damaged-file SHA-256. The benchmark source supplies the missing bytes and the output must match the trusted original hash.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0AB13-AFCF-4C38-B444-1D2CAF44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05</a:t>
            </a:r>
          </a:p>
        </p:txBody>
      </p:sp>
    </p:spTree>
    <p:extLst>
      <p:ext uri="{BB962C8B-B14F-4D97-AF65-F5344CB8AC3E}">
        <p14:creationId xmlns:p14="http://schemas.microsoft.com/office/powerpoint/2010/main" val="1404572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D4F36-6B2A-4996-AE76-32B09E6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Verification boundary and recovery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8A703-E549-4BBE-8AC2-1E42C51E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The product separates assessable damage from bytes that can be defended as recovered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D12FF-9971-40E8-B2C0-9E5C8BAF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A231B-6F74-499A-8BAD-B31D057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552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1483-7A99-4983-8E42-FEF13A6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VERIFIED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6DFA7-E806-4E91-A5D1-7330DA91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192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BFD"/>
                </a:solidFill>
                <a:latin typeface="Arial"/>
                <a:ea typeface="Arial"/>
                <a:cs typeface="Arial"/>
              </a:rPr>
              <a:t>Independent source plus SHA-256 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EAAFD-9FDC-4D1D-AA9C-EBD22C69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552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9CCD2-DB6E-42A7-B5BF-AF1AADA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STRUCTURAL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11CED-2184-4D63-BC17-9801BE6A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03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BFD"/>
                </a:solidFill>
                <a:latin typeface="Arial"/>
                <a:ea typeface="Arial"/>
                <a:cs typeface="Arial"/>
              </a:rPr>
              <a:t>Format structure can be assessed, but bytes remain unavailable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4463A-2704-40AB-86E6-C9EB5307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552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7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483A9-6722-497A-A9AE-BDE9327B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PLAUSIBLE RECONSTRUCTION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89E3C-0125-446B-8F90-C3D8C066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813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BFD"/>
                </a:solidFill>
                <a:latin typeface="Arial"/>
                <a:ea typeface="Arial"/>
                <a:cs typeface="Arial"/>
              </a:rPr>
              <a:t>Evidence supports a limited hypothesis, not original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C0632-965A-45C2-8C6A-E77B5E1A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552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7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8C425-3ED4-488C-AE0F-45BD8D61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AI-INFERRED 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E30AE-E605-4259-AA9A-0A209290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624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BFD"/>
                </a:solidFill>
                <a:latin typeface="Arial"/>
                <a:ea typeface="Arial"/>
                <a:cs typeface="Arial"/>
              </a:rPr>
              <a:t>Experimental inference must be labelled and cannot claim original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0260D-CF2D-405E-8E1B-F1728767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552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6A5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102ED-F24D-4921-A7EE-E490A5DC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INSUFFICIENT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63D19-A4D9-47C6-A397-6E51704A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34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BFD"/>
                </a:solidFill>
                <a:latin typeface="Arial"/>
                <a:ea typeface="Arial"/>
                <a:cs typeface="Arial"/>
              </a:rPr>
              <a:t>No supported original-byte output and no download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1539C-4B17-4EC6-B1BC-6826EC2A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Download endpoint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F5AA4-7279-4D33-8CC7-3992F09D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38350"/>
            <a:ext cx="0" cy="2457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A12E2-3ED9-45AC-AC44-BFA4804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19526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ED4E1"/>
                </a:solidFill>
                <a:latin typeface="Arial"/>
                <a:ea typeface="Arial"/>
                <a:cs typeface="Arial"/>
              </a:rPr>
              <a:t>Available only after</a:t>
            </a:r>
          </a:p>
          <a:p xmlns:a="http://schemas.openxmlformats.org/drawingml/2006/main">
            <a:pPr>
              <a:defRPr sz="135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ED4E1"/>
                </a:solidFill>
                <a:latin typeface="Arial"/>
                <a:ea typeface="Arial"/>
                <a:cs typeface="Arial"/>
              </a:rPr>
              <a:t>a verified artifact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ED4E1"/>
                </a:solidFill>
                <a:latin typeface="Arial"/>
                <a:ea typeface="Arial"/>
                <a:cs typeface="Arial"/>
              </a:rPr>
              <a:t>Otherwise the endpoint</a:t>
            </a:r>
          </a:p>
          <a:p xmlns:a="http://schemas.openxmlformats.org/drawingml/2006/main">
            <a:pPr>
              <a:defRPr sz="135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ED4E1"/>
                </a:solidFill>
                <a:latin typeface="Arial"/>
                <a:ea typeface="Arial"/>
                <a:cs typeface="Arial"/>
              </a:rPr>
              <a:t>returns HTTP 409.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36BD4-F108-47A2-ADF9-A83342BF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06</a:t>
            </a:r>
          </a:p>
        </p:txBody>
      </p:sp>
    </p:spTree>
    <p:extLst>
      <p:ext uri="{BB962C8B-B14F-4D97-AF65-F5344CB8AC3E}">
        <p14:creationId xmlns:p14="http://schemas.microsoft.com/office/powerpoint/2010/main" val="2085226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43D1B6-E4D5-46E5-B8D5-213B8FF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Investigator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3EE49-1960-42FA-96DB-5159EEED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The existing React pages form one evidence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92BFD-D3B5-49B1-ADA0-81FD4C6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E1A55-6366-49E4-9CBB-93E5104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88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ECDA-9405-4495-B5B4-59FB6547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F6C6F-B5C6-4095-A817-1E476041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New Investigation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47C5A-21C4-412B-BC11-1771E4B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99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ED4E1"/>
                </a:solidFill>
                <a:latin typeface="Arial"/>
                <a:ea typeface="Arial"/>
                <a:cs typeface="Arial"/>
              </a:rPr>
              <a:t>Create case and upload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429F5-B84A-4295-A993-22366E00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861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1EEC5-F26D-4186-BEBD-9908CF0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52750"/>
            <a:ext cx="188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8181D-A2BB-40EE-B8A7-2BB43E62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9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BD919-E774-434B-A458-03334DDA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528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Recovery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4FDE1-B97B-4B83-994C-D8C5BE4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195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04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ED4E1"/>
                </a:solidFill>
                <a:latin typeface="Arial"/>
                <a:ea typeface="Arial"/>
                <a:cs typeface="Arial"/>
              </a:rPr>
              <a:t>Run scan and reconstruction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DD92B-5228-419A-BDA7-03E50107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861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EC198-E18E-43E9-8807-10CA8C9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188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192C6-10E8-44FD-BFC3-EC42B296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9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DAE6F-123A-42C3-9C40-DA77094D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528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516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Fragment Reconstruction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59FEE-DE92-4167-99D9-AAD11AEF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912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ED4E1"/>
                </a:solidFill>
                <a:latin typeface="Arial"/>
                <a:ea typeface="Arial"/>
                <a:cs typeface="Arial"/>
              </a:rPr>
              <a:t>Inspect scored relationship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7CC55-B410-475F-BA7D-C650012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2F239-A5FE-47D7-85F1-BDDC8601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52750"/>
            <a:ext cx="188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3040"/>
          </a:solidFill>
          <a:ln xmlns:a="http://schemas.openxmlformats.org/drawingml/2006/main" w="9525">
            <a:solidFill>
              <a:srgbClr val="39B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47DD3-296B-4147-AEB6-EB06F278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9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D47B7-65D0-417C-B217-21E55A99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528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Recovered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373D2-8F31-4873-8A74-5BAF39F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195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ED4E1"/>
                </a:solidFill>
                <a:latin typeface="Arial"/>
                <a:ea typeface="Arial"/>
                <a:cs typeface="Arial"/>
              </a:rPr>
              <a:t>Review comparison, DNA and damage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49BA7-6AE2-45D0-B5A6-AF79134A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861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264FD-6AE8-4F06-A700-0EBD487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88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D2C"/>
          </a:solidFill>
          <a:ln xmlns:a="http://schemas.openxmlformats.org/drawingml/2006/main" w="9525">
            <a:solidFill>
              <a:srgbClr val="2444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4869C-1FE4-4CC3-8E48-22BEBA3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D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D6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B0780-1FB9-4C77-843B-6A135832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Investigation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B906B-E23F-4A41-BCEC-899AF6D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904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ED4E1"/>
                </a:solidFill>
                <a:latin typeface="Arial"/>
                <a:ea typeface="Arial"/>
                <a:cs typeface="Arial"/>
              </a:rPr>
              <a:t>Export structured evidence summary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58A64-3DD1-43EF-ADC9-C9FC020C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4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The UI communicates both the recovery result and its evidentiary basis, including missing bytes and provenance.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ACA43-FC0A-4185-A117-B346C32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07</a:t>
            </a:r>
          </a:p>
        </p:txBody>
      </p:sp>
    </p:spTree>
    <p:extLst>
      <p:ext uri="{BB962C8B-B14F-4D97-AF65-F5344CB8AC3E}">
        <p14:creationId xmlns:p14="http://schemas.microsoft.com/office/powerpoint/2010/main" val="520960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CA812-A190-44CB-91E6-29877C4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Demo proof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28183-4A90-4353-A92C-8171CEA8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What the judges can test in the working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6C320-F11E-4B5F-A780-1CA7F6A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B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7C1B7-028C-4C6A-9940-11E7256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4A315-BE40-477F-852E-8ED6D0E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47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E6399-020A-46E5-B6BD-E6ECE397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Upload the damaged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EA19C-E94E-4554-A4BE-5AE4D28F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Creates investigation, stores evidence and computes SHA-256.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190E0-5BAA-4DAD-BF87-D7707A3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0A2F5-16F2-4028-9965-095D3BD7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47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DA6D4-19D8-4D61-94F6-FC4B352D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33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Open the analysis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6B649-B4A7-4842-ABE5-3DAB3985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57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Shows signatures, fragment count, relationship count and recovery assessment.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F8779-861D-45B7-8B61-CC811CBC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60C2A-C55C-4CE1-8A34-5630938D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48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C5329-1817-42CE-8765-34CB8E04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33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Inspect the damage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A2342-51A1-41D0-B722-1AC5CF7C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Shows observed, missing, reconstructed and uncertain regions with a ground-truth label.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E82F2-1AEB-4914-90A1-F6B46431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6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4EDAC-AF2C-4EF5-B3FB-EA28157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48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F192E-01E2-44C7-BD2A-F53EC53A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Download the verified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FA50C-D174-4AB9-B9E9-A7D58963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577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Works only for the exact benchmark and confirms a SHA-256 match to the original.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3F34B-60EB-46CA-8645-0D57BDC5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DE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95754-B9F5-486C-B522-6E3CBFED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48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52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02208-94AA-40FE-85FC-878A8DCD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Try unrelated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ED53E-39C0-4B18-A571-56482E2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D4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ED4E1"/>
                </a:solidFill>
                <a:latin typeface="Arial"/>
                <a:ea typeface="Arial"/>
                <a:cs typeface="Arial"/>
              </a:rPr>
              <a:t>Shows analysis results without inventing a recovery artifact.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9232D-0AB8-4D69-BFA6-A0C5012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2266950" cy="25717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D2B3B"/>
          </a:solidFill>
          <a:ln xmlns:a="http://schemas.openxmlformats.org/drawingml/2006/main" w="9525">
            <a:solidFill>
              <a:srgbClr val="39B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23EB0-C818-40C1-82BD-7BC420CE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EEA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EEAFF"/>
                </a:solidFill>
                <a:latin typeface="Arial"/>
                <a:ea typeface="Arial"/>
                <a:cs typeface="Arial"/>
              </a:rPr>
              <a:t>Forensic promise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6EA29-FFBE-40E6-A112-47193862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1619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9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RECOVERAI shows</a:t>
            </a:r>
          </a:p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what it knows,</a:t>
            </a:r>
          </a:p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what it can verify,</a:t>
            </a:r>
          </a:p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and what remains</a:t>
            </a:r>
          </a:p>
          <a:p xmlns:a="http://schemas.openxmlformats.org/drawingml/2006/main">
            <a:pPr>
              <a:defRPr sz="1650" b="1">
                <a:solidFill>
                  <a:srgbClr val="F7F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BFD"/>
                </a:solidFill>
                <a:latin typeface="Arial"/>
                <a:ea typeface="Arial"/>
                <a:cs typeface="Arial"/>
              </a:rPr>
              <a:t>unknown.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3391A-8C42-4B17-844B-2EAC7B84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71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185"/>
                </a:solidFill>
                <a:latin typeface="Arial"/>
                <a:ea typeface="Arial"/>
                <a:cs typeface="Arial"/>
              </a:rPr>
              <a:t>RECOVERAI  /  CALMSTACKS 24H HACKATHON  /  08</a:t>
            </a:r>
          </a:p>
        </p:txBody>
      </p:sp>
    </p:spTree>
    <p:extLst>
      <p:ext uri="{BB962C8B-B14F-4D97-AF65-F5344CB8AC3E}">
        <p14:creationId xmlns:p14="http://schemas.microsoft.com/office/powerpoint/2010/main" val="2011675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2026-09-25T17:31:44.1080000Z</dcterms:created>
  <dcterms:modified xsi:type="dcterms:W3CDTF">2026-09-25T17:31:44.1080000Z</dcterms:modified>
</coreProperties>
</file>